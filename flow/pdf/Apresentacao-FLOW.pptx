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400" spc="1200" kern="0" dirty="0">
                <a:solidFill>
                  <a:srgbClr val="F3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8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3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sala. Um dia. 26 sessões no ano.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Massagem tântrica · Meditação · Alinhamento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Salvador · Lauro de Freitas · Bahia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5669280"/>
            <a:ext cx="2286000" cy="36576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 Hub · Yan Simon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6A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O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3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técnica.</a:t>
            </a:r>
            <a:endParaRPr lang="en-US" sz="4800" dirty="0"/>
          </a:p>
          <a:p>
            <a:pPr indent="0" marL="0">
              <a:buNone/>
            </a:pPr>
            <a:r>
              <a:rPr lang="en-US" sz="4800" dirty="0">
                <a:solidFill>
                  <a:srgbClr val="F3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estado.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sala privada. Um terapeuta. Presença total.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3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Massagem tântrica, meditação e terapia de alinhamento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3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prática da Tecnologia da Alma.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6A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 DA ALMA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3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mecânica</a:t>
            </a:r>
            <a:endParaRPr lang="en-US" sz="4400" dirty="0"/>
          </a:p>
          <a:p>
            <a:pPr indent="0" marL="0">
              <a:buNone/>
            </a:pPr>
            <a:r>
              <a:rPr lang="en-US" sz="4400" dirty="0">
                <a:solidFill>
                  <a:srgbClr val="F3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trás do milagre.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3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“Eu não vou provar que Deus existe.</a:t>
            </a:r>
            <a:endParaRPr lang="en-US" sz="2400" dirty="0"/>
          </a:p>
          <a:p>
            <a:pPr indent="0" marL="0">
              <a:buNone/>
            </a:pPr>
            <a:r>
              <a:rPr lang="en-US" sz="2400" i="1" dirty="0">
                <a:solidFill>
                  <a:srgbClr val="F3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 vou provar que feitiçaria é física.”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 Simon · Tecnologia da Alma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6A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 · CAMPO · ATENÇÃO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3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Você já opera milagre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F3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todo dia.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Luz. Celular. Cancela do pedágio.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3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chama de normal é tecnologia que você aprendeu.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3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Flow é aprender a operar o seu próprio campo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3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a mesma precisão.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6A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EXPERIÊNCIAS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2651760" cy="3474720"/>
          </a:xfrm>
          <a:prstGeom prst="roundRect">
            <a:avLst>
              <a:gd name="adj" fmla="val 5172"/>
            </a:avLst>
          </a:prstGeom>
          <a:solidFill>
            <a:srgbClr val="14121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920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3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Contemplação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Presença quieta. Observação do campo.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66160" y="1645920"/>
            <a:ext cx="2651760" cy="3474720"/>
          </a:xfrm>
          <a:prstGeom prst="roundRect">
            <a:avLst>
              <a:gd name="adj" fmla="val 5172"/>
            </a:avLst>
          </a:prstGeom>
          <a:solidFill>
            <a:srgbClr val="141210"/>
          </a:solidFill>
          <a:ln/>
        </p:spPr>
      </p:sp>
      <p:sp>
        <p:nvSpPr>
          <p:cNvPr id="7" name="Text 5"/>
          <p:cNvSpPr/>
          <p:nvPr/>
        </p:nvSpPr>
        <p:spPr>
          <a:xfrm>
            <a:off x="3749040" y="1920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3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749040" y="283464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 fluxo. Corpo e mente alinhados.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2651760" cy="3474720"/>
          </a:xfrm>
          <a:prstGeom prst="roundRect">
            <a:avLst>
              <a:gd name="adj" fmla="val 5172"/>
            </a:avLst>
          </a:prstGeom>
          <a:solidFill>
            <a:srgbClr val="14121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920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3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Magnetismo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83680" y="283464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Atração consciente. Energia direcionada.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235440" y="1645920"/>
            <a:ext cx="2651760" cy="3474720"/>
          </a:xfrm>
          <a:prstGeom prst="roundRect">
            <a:avLst>
              <a:gd name="adj" fmla="val 5172"/>
            </a:avLst>
          </a:prstGeom>
          <a:solidFill>
            <a:srgbClr val="141210"/>
          </a:solidFill>
          <a:ln/>
        </p:spPr>
      </p:sp>
      <p:sp>
        <p:nvSpPr>
          <p:cNvPr id="13" name="Text 11"/>
          <p:cNvSpPr/>
          <p:nvPr/>
        </p:nvSpPr>
        <p:spPr>
          <a:xfrm>
            <a:off x="9418320" y="1920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3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418320" y="283464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2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Combinação intensiva das práticas.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6A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SIGILO TOTAL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3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sessão é confidencial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F3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começo ao fim.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do que acontece na sala sai da sala.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3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dois lados. Mentor e cliente.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3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vivido permanece entre os dois.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3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registro sem consentimento. Sem conteúdo. Sem conversa fora.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6A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ENTRAR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3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Escolha. Pague. Marque.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termo de consentimento é aceito antes da sessão.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3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Após 90 dias, sessão paga e não agendada perde validade.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3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mentor acompanha de perto para que a data seja marcada.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3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Reembolso somente até 48h após o pagamento.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3E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10% possível, a critério do mentor.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spc="1000" kern="0" dirty="0">
                <a:solidFill>
                  <a:srgbClr val="F3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200" kern="0" dirty="0">
                <a:solidFill>
                  <a:srgbClr val="C6A1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akashahub.com.br/flow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3EE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sala. Um terapeuta. Presença.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 · Apresentação</dc:title>
  <dc:subject>Uma sala. Um dia. Tecnologia da Alma em prática.</dc:subject>
  <dc:creator>Yan Simon · Akasha Hub</dc:creator>
  <cp:lastModifiedBy>Yan Simon · Akasha Hub</cp:lastModifiedBy>
  <cp:revision>1</cp:revision>
  <dcterms:created xsi:type="dcterms:W3CDTF">2026-10-20T21:22:53Z</dcterms:created>
  <dcterms:modified xsi:type="dcterms:W3CDTF">2026-10-20T21:22:53Z</dcterms:modified>
</cp:coreProperties>
</file>