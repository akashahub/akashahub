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não recomeça no PDF. O cliente entra sozinho.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de hoje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Proposta em PDF toda vez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não vê o que foi entregue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Falta de portal do cliente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Acompanhamento manual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Difícil mostrar valor contínuo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Processo depende de você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da empresa</a:t>
            </a:r>
            <a:endParaRPr lang="en-US" sz="2800" dirty="0"/>
          </a:p>
        </p:txBody>
      </p:sp>
      <p:pic>
        <p:nvPicPr>
          <p:cNvPr id="3" name="Image 0" descr="/workspace/artifacts/imagine_images/tEaK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023360" cy="5303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Propostas ativas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Clientes e entregas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Receita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de projetos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Visão completa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cliente vê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com suas entregas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Propostas aprovadas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Histórico do que foi feito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Próximos passos claros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reuniões de status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Portal do cliente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Painel interno da equipe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Propostas digitais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Acompanhamento de entregas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profissional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Cadastro de serviços e pacotes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Gestão de propostas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Controle de entregas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Permissões por cliente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Relatórios e faturamento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Automações de follow-up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Cliente entra sozinho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Menos PDF e e-mail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Valor entregue fica visível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Processo escala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Mais confiança e recorrência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1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porta, a proposta e o depois do sim.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 •  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Empresa B2B — Sistema Completo</dc:title>
  <dc:subject>PptxGenJS Presentation</dc:subject>
  <dc:creator>Akasha Hub</dc:creator>
  <cp:lastModifiedBy>Akasha Hub</cp:lastModifiedBy>
  <cp:revision>1</cp:revision>
  <dcterms:created xsi:type="dcterms:W3CDTF">2026-10-15T04:26:50Z</dcterms:created>
  <dcterms:modified xsi:type="dcterms:W3CDTF">2026-10-15T04:26:50Z</dcterms:modified>
</cp:coreProperties>
</file>