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Salão 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Vários profissionais. Uma estrutura só.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Akasha Hub  •  1 / 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de hoje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Agenda de cada profissional separada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Comissão calculada no papel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Cliente não sabe quem atende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Serviços e preços misturados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Recepção sobrecarregada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069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Difícil ver quem performa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Akasha Hub  •  2 / 8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do dia</a:t>
            </a:r>
            <a:endParaRPr lang="en-US" sz="2800" dirty="0"/>
          </a:p>
        </p:txBody>
      </p:sp>
      <p:pic>
        <p:nvPicPr>
          <p:cNvPr id="3" name="Image 0" descr="/workspace/artifacts/imagine_images/YpD2x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914400"/>
            <a:ext cx="4023360" cy="5303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9728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Todos os profissionais visíveis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48640" y="169164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Serviços e duração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228600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Comissões do mês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288036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Clientes VIP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347472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Visão unificada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Akasha Hub  •  3 / 8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 e Comissões</a:t>
            </a:r>
            <a:endParaRPr lang="en-US" sz="2800" dirty="0"/>
          </a:p>
        </p:txBody>
      </p:sp>
      <p:pic>
        <p:nvPicPr>
          <p:cNvPr id="3" name="Image 0" descr="/workspace/artifacts/imagine_images/YpD2x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914400"/>
            <a:ext cx="4023360" cy="5303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9728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Escala do dia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48640" y="169164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Comissão por profissional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228600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clara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288036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Menos conflito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347472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Controle real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Akasha Hub  •  4 / 8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 do cliente com agenda e perfil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 da equipe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Painel do dono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Visual elegante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Agendamento self-service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Akasha Hub  •  5 / 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Cadastro de profissionais e serviços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Regras de comissão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Estoque de produtos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Financeiro e relatórios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Permissões por função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069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Automações de lembrete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Akasha Hub  •  6 / 8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melhora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Menos dependência da recepção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Comissão justa e transparente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Cliente agenda sozinho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Dono vê o salão inteiro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Mais tempo para o atendimento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Akasha Hub  •  7 / 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casa não depende mais do caderno.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Akasha Hub  •  8 / 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Salão — Sistema Completo</dc:title>
  <dc:subject>PptxGenJS Presentation</dc:subject>
  <dc:creator>Akasha Hub</dc:creator>
  <cp:lastModifiedBy>Akasha Hub</cp:lastModifiedBy>
  <cp:revision>1</cp:revision>
  <dcterms:created xsi:type="dcterms:W3CDTF">2026-10-15T04:26:50Z</dcterms:created>
  <dcterms:modified xsi:type="dcterms:W3CDTF">2026-10-15T04:26:50Z</dcterms:modified>
</cp:coreProperties>
</file>