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Barbearia 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cadeira enche. O sistema organiza o resto.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1 / 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de hoje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WhatsApp mistura horário, dúvida e cobrança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Cliente some depois do corte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Agenda na cabeça do barbeiro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Fidelidade depende de memória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Relatório financeiro no fim do mês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Não sabe quem volta e quem some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2 / 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do dia</a:t>
            </a:r>
            <a:endParaRPr lang="en-US" sz="2800" dirty="0"/>
          </a:p>
        </p:txBody>
      </p:sp>
      <p:pic>
        <p:nvPicPr>
          <p:cNvPr id="3" name="Image 0" descr="/workspace/artifacts/imagine_images/fmhg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914400"/>
            <a:ext cx="4023360" cy="5303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972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Receita do dia em tempo real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Agendamentos confirmados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 de cada barbeiro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Clientes cadastrados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34747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Visão clara para o dono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3 / 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e Fidelidade</a:t>
            </a:r>
            <a:endParaRPr lang="en-US" sz="2800" dirty="0"/>
          </a:p>
        </p:txBody>
      </p:sp>
      <p:pic>
        <p:nvPicPr>
          <p:cNvPr id="3" name="Image 0" descr="/workspace/artifacts/imagine_images/Hbuh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914400"/>
            <a:ext cx="4023360" cy="5303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972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Histórico de cortes do cliente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Pontos e benefícios automáticos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Próximo agendamento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Cliente volta sem você caçar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34747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Programa de fidelidade ativo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4 / 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Frontend entrega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 do cliente: agenda, perfil, pontos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 do barbeiro: sua agenda e comissão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Painel do dono: tudo em um lugar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 escuro premium (preto + dourado)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Experiência rápida no celular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5 / 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Backend controla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Cadastro de serviços, preços e duração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Equipe e horários de cada barbeiro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Regras de fidelidade e pontos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Pagamentos e comissões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Relatórios e exportação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Permissões por função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6 / 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muda na prática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Menos no-show com lembretes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Cliente volta sozinho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Dono vê o dinheiro do dia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Barbeiro foca no corte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Fidelidade gera recorrência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Menos WhatsApp caótico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7 / 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Pronto para usar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sistema. Uma identidade. Cadeiras cheias.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8 /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Barbearia — Sistema Completo</dc:title>
  <dc:subject>PptxGenJS Presentation</dc:subject>
  <dc:creator>Akasha Hub</dc:creator>
  <cp:lastModifiedBy>Akasha Hub</cp:lastModifiedBy>
  <cp:revision>1</cp:revision>
  <dcterms:created xsi:type="dcterms:W3CDTF">2026-10-15T04:26:50Z</dcterms:created>
  <dcterms:modified xsi:type="dcterms:W3CDTF">2026-10-15T04:26:50Z</dcterms:modified>
</cp:coreProperties>
</file>