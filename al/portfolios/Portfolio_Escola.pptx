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31C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Escola OS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conteúdo está nos professores. A estrutura fica no sistema.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64922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Akasha Hub  •  1 / 8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31C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Problema de hoje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Aula no WhatsApp ou grupo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Conteúdo espalhado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228600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Progresso do aluno invisível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288036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Comunicação caótica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347472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Dificuldade de acompanhar equipe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406908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Aluno some entre as aulas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64922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Akasha Hub  •  2 / 8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31C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Área do aluno</a:t>
            </a:r>
            <a:endParaRPr lang="en-US" sz="2800" dirty="0"/>
          </a:p>
        </p:txBody>
      </p:sp>
      <p:pic>
        <p:nvPicPr>
          <p:cNvPr id="3" name="Image 0" descr="/workspace/artifacts/imagine_images/D19E3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914400"/>
            <a:ext cx="4023360" cy="53035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1097280"/>
            <a:ext cx="6583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Aulas e materiais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548640" y="1691640"/>
            <a:ext cx="6583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Progresso visual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48640" y="2286000"/>
            <a:ext cx="6583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Comunicação organizada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48640" y="2880360"/>
            <a:ext cx="6583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Aluno sabe o que fazer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548640" y="3474720"/>
            <a:ext cx="6583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Mais engajamento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457200" y="64922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Akasha Hub  •  3 / 8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31C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Progresso</a:t>
            </a:r>
            <a:endParaRPr lang="en-US" sz="2800" dirty="0"/>
          </a:p>
        </p:txBody>
      </p:sp>
      <p:pic>
        <p:nvPicPr>
          <p:cNvPr id="3" name="Image 0" descr="/workspace/artifacts/imagine_images/D19E3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914400"/>
            <a:ext cx="4023360" cy="53035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1097280"/>
            <a:ext cx="6583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Percentual de conclusão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548640" y="1691640"/>
            <a:ext cx="6583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Conteúdos por matéria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48640" y="2286000"/>
            <a:ext cx="6583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Metas claras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48640" y="2880360"/>
            <a:ext cx="6583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Motivação constante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548640" y="3474720"/>
            <a:ext cx="6583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Acompanhamento real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457200" y="64922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Akasha Hub  •  4 / 8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31C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Portal do aluno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Área dos professores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228600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Comunicação interna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288036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Biblioteca de conteúdo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347472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Visual limpo e motivador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64922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Akasha Hub  •  5 / 8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31C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Cadastro de turmas e conteúdos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Controle de acesso por perfil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228600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Acompanhamento de progresso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288036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Relatórios de engajamento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347472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Comunicação centralizada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406908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Gestão da equipe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64922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Akasha Hub  •  6 / 8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31C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Menos grupo de WhatsApp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Aluno estuda fora da aula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228600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Professor organiza melhor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288036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Escola tem visão real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347472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Maior retenção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64922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Akasha Hub  •  7 / 8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31C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Pronto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Aula, equipe e recado no mesmo lugar.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64922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Akasha Hub  •  8 / 8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Escola — Sistema Completo</dc:title>
  <dc:subject>PptxGenJS Presentation</dc:subject>
  <dc:creator>Akasha Hub</dc:creator>
  <cp:lastModifiedBy>Akasha Hub</cp:lastModifiedBy>
  <cp:revision>1</cp:revision>
  <dcterms:created xsi:type="dcterms:W3CDTF">2026-10-15T04:26:50Z</dcterms:created>
  <dcterms:modified xsi:type="dcterms:W3CDTF">2026-10-15T04:26:50Z</dcterms:modified>
</cp:coreProperties>
</file>