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 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aula acaba. O sistema continua.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1 /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hoje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Horário e conteúdo na cabeça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Aluno some entre treinos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Presença e mensalidade manual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Comunidade fraca fora do tatame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Conhecimento técnico espalhado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Competições desorganizadas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2 / 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entrega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Gestão de presença e financeiro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Comunidade tipo Instagram da escola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Biblioteca de técnicas por faixa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 de competições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Loja integrada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Progresso visual do aluno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3 / 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+ Backend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do aluno e do professor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Painel do dono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Cadastro de turmas, técnicas e eventos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Controle de acesso por faixa e função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Pagamentos e relatórios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Tudo configurável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4 / 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+ Comunidade + Ensino + Competição.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5 /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— Sistema Completo</dc:title>
  <dc:subject>PptxGenJS Presentation</dc:subject>
  <dc:creator>Akasha Hub</dc:creator>
  <cp:lastModifiedBy>Akasha Hub</cp:lastModifiedBy>
  <cp:revision>1</cp:revision>
  <dcterms:created xsi:type="dcterms:W3CDTF">2026-10-15T04:26:50Z</dcterms:created>
  <dcterms:modified xsi:type="dcterms:W3CDTF">2026-10-15T04:26:50Z</dcterms:modified>
</cp:coreProperties>
</file>