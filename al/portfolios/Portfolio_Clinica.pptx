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consulta existe. O sistema cuida do caminho.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e horário em papel ou WhatsApp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do paciente espalhado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Falta de controle pós-consulta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Antes e depois sem organização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 depende da recepção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Difícil acompanhar tratamentos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do paciente</a:t>
            </a:r>
            <a:endParaRPr lang="en-US" sz="2800" dirty="0"/>
          </a:p>
        </p:txBody>
      </p:sp>
      <p:pic>
        <p:nvPicPr>
          <p:cNvPr id="3" name="Image 0" descr="/workspace/artifacts/imagine_images/afW5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Próximo agendamento claro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de tratamentos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Antes e depois organizado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Paciente se sente acompanhado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ligações desnecessárias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da clínica</a:t>
            </a:r>
            <a:endParaRPr lang="en-US" sz="2800" dirty="0"/>
          </a:p>
        </p:txBody>
      </p:sp>
      <p:pic>
        <p:nvPicPr>
          <p:cNvPr id="3" name="Image 0" descr="/workspace/artifacts/imagine_images/NbBp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 do dia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Novos pacientes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Tratamentos realizados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Satisfação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Ações rápidas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do paciente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da recepção e profissionais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Galeria antes/depois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Agendamento 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clean e confiável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procedimentos e profissionais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Prontuário digital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Regras de agendamento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de acesso (LGPD)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e faturamento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de pagamentos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Paciente volta com confiança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papel e recado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sempre disponível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Mais tempo para o atendimento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Organização que transmite profissionalismo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que continua sem você explicar.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Clínica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